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"/>
          <p:cNvSpPr/>
          <p:nvPr>
            <p:ph type="ctrTitle"/>
          </p:nvPr>
        </p:nvSpPr>
        <p:spPr/>
        <p:txBody>
          <a:bodyPr/>
          <a:lstStyle/>
          <a:p>
            <a:r>
              <a:rPr lang="ko-KR"/>
              <a:t>2026 고객 만족 개선 방안</a:t>
            </a:r>
          </a:p>
        </p:txBody>
      </p:sp>
      <p:sp>
        <p:nvSpPr>
          <p:cNvPr id="2" name="s"/>
          <p:cNvSpPr/>
          <p:nvPr>
            <p:ph idx="1"/>
          </p:nvPr>
        </p:nvSpPr>
        <p:spPr/>
        <p:txBody>
          <a:bodyPr/>
          <a:lstStyle/>
          <a:p>
            <a:r>
              <a:rPr lang="ko-KR"/>
              <a:t>고객지원팀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프레젠테이션</dc:title>
  <dc:creator>작성자</dc:creator>
</cp:coreProperties>
</file>
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10.xml"/><Relationship Id="rId4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"/>
          <p:cNvSpPr/>
          <p:nvPr>
            <p:ph type="ctrTitle"/>
          </p:nvPr>
        </p:nvSpPr>
        <p:spPr/>
        <p:txBody>
          <a:bodyPr/>
          <a:lstStyle/>
          <a:p>
            <a:r>
              <a:rPr lang="ko-KR"/>
              <a:t>더비 운영 계획</a:t>
            </a:r>
          </a:p>
        </p:txBody>
      </p:sp>
      <p:sp>
        <p:nvSpPr>
          <p:cNvPr id="2" name="s"/>
          <p:cNvSpPr/>
          <p:nvPr>
            <p:ph type="subTitle"/>
          </p:nvPr>
        </p:nvSpPr>
        <p:spPr/>
        <p:txBody>
          <a:bodyPr/>
          <a:lstStyle/>
          <a:p>
            <a:r>
              <a:rPr lang="ko-KR"/>
              <a:t>2026년 3월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"/>
          <p:cNvSpPr/>
          <p:nvPr>
            <p:ph type="title"/>
          </p:nvPr>
        </p:nvSpPr>
        <p:spPr/>
        <p:txBody>
          <a:bodyPr/>
          <a:lstStyle/>
          <a:p>
            <a:r>
              <a:rPr lang="ko-KR"/>
              <a:t>마지막 슬라이드</a:t>
            </a:r>
          </a:p>
        </p:txBody>
      </p:sp>
      <p:sp>
        <p:nvSpPr>
          <p:cNvPr id="2" name="s"/>
          <p:cNvSpPr/>
          <p:nvPr>
            <p:ph idx="1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"/>
          <p:cNvSpPr/>
          <p:nvPr>
            <p:ph type="title"/>
          </p:nvPr>
        </p:nvSpPr>
        <p:spPr/>
        <p:txBody>
          <a:bodyPr/>
          <a:lstStyle/>
          <a:p>
            <a:r>
              <a:rPr lang="ko-KR"/>
              <a:t>추진 일정</a:t>
            </a:r>
          </a:p>
        </p:txBody>
      </p:sp>
      <p:sp>
        <p:nvSpPr>
          <p:cNvPr id="2" name="s"/>
          <p:cNvSpPr/>
          <p:nvPr>
            <p:ph idx="1"/>
          </p:nvPr>
        </p:nvSpPr>
        <p:spPr/>
        <p:txBody>
          <a:bodyPr/>
          <a:lstStyle/>
          <a:p>
            <a:r>
              <a:rPr lang="ko-KR"/>
              <a:t>1단계: 준비</a:t>
            </a:r>
            <a:br>
              <a:rPr lang="ko-KR"/>
            </a:br>
            <a:r>
              <a:rPr lang="ko-KR"/>
              <a:t>2단계: 시행</a:t>
            </a:r>
          </a:p>
          <a:p>
            <a:r>
              <a:rPr lang="ko-KR"/>
              <a:t>세부 항목 &amp; 비고</a:t>
            </a:r>
          </a:p>
        </p:txBody>
      </p:sp>
      <p:graphicFrame>
        <p:nvGraphicFramePr>
          <p:cNvPr id="4" name="t"/>
          <p:cNvGraphicFramePr/>
          <p:nvPr/>
        </p:nvGraphicFramePr>
        <p:xfrm/>
        <a:graphic>
          <a:graphicData uri="http://schemas.openxmlformats.org/drawingml/2006/table">
            <a:tbl>
              <a:tblGrid/>
              <a:tr h="0">
                <a:tc>
                  <a:txBody>
                    <a:p>
                      <a:r>
                        <a:rPr lang="ko-KR"/>
                        <a:t>지역</a:t>
                      </a:r>
                    </a:p>
                  </a:txBody>
                </a:tc>
                <a:tc>
                  <a:txBody>
                    <a:p>
                      <a:r>
                        <a:rPr lang="ko-KR"/>
                        <a:t>입장객</a:t>
                      </a:r>
                    </a:p>
                  </a:txBody>
                </a:tc>
              </a:tr>
              <a:tr h="0">
                <a:tc>
                  <a:txBody>
                    <a:p>
                      <a:r>
                        <a:rPr lang="ko-KR"/>
                        <a:t>서울</a:t>
                      </a:r>
                    </a:p>
                  </a:txBody>
                </a:tc>
                <a:tc>
                  <a:txBody>
                    <a:p>
                      <a:r>
                        <a:rPr lang="ko-KR"/>
                        <a:t>12,000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더비 발표</dc:title>
  <dc:creator>작성자</dc:creator>
</cp:coreProperties>
</file>